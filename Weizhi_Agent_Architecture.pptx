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320040" cy="2560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645920"/>
            <a:ext cx="137160" cy="2011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WEIZHI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架构设计与技术实现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4114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Spring Boot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Vue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Electron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MiniMax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DeepSeek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本地 AI 工作台 · 桌面应用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项目概述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77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将 AI 模型、素材管理、日志诊断和创作流程整合到统一的本地桌面应用中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核心功能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6517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4560"/>
            <a:ext cx="64008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💬 双通道对话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MiniMax 创作助手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DeepSeek 推理问答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194560"/>
            <a:ext cx="26517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194560"/>
            <a:ext cx="64008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🎨 内容生成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图片生成 (image-01)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语音合成 (speech-2.8-hd)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194560"/>
            <a:ext cx="26517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194560"/>
            <a:ext cx="6400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📦 工作台能力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会话管理 · 模板库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素材库 · 收藏夹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打包形式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60520"/>
            <a:ext cx="64008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Electron 桌面应用，内嵌 Spring Boot 后端 JAR，启动时自动检测端口 3007 并启动 Java 进程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技术栈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桌面层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777240"/>
            <a:ext cx="75895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777240"/>
            <a:ext cx="64008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8503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Electron 29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11887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主进程管理、后端生命周期、窗口创建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28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前端层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54480" y="1828800"/>
            <a:ext cx="75895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182880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9019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Vue 3 + TypeScript + Vite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2240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单文件组件，~1700 行 App.vue，全 CSS 变量主题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后端层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54480" y="2880360"/>
            <a:ext cx="75895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88036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29535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Spring Boot 3.3.4 + Java 21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32918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REST API，OkHttp 调用外部 AI API，SSE 日志广播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集成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54480" y="3931920"/>
            <a:ext cx="7589520" cy="82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39319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40050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MiniMax API + DeepSeek 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37360" y="43434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直接 HTTP 调用（未走 Spring AI ChatClient）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整体架构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160520"/>
          </a:xfrm>
          <a:prstGeom prst="roundRect">
            <a:avLst>
              <a:gd name="adj" fmla="val 2637"/>
            </a:avLst>
          </a:prstGeom>
          <a:solidFill>
            <a:srgbClr val="0D1B2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Electron 桌面进程 (main.js)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0F2942"/>
          </a:solidFill>
          <a:ln w="12700">
            <a:solidFill>
              <a:srgbClr val="2F7D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F6"/>
                </a:solidFill>
              </a:rPr>
              <a:t>前端 Vue 3 SPA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54864" cy="320040"/>
          </a:xfrm>
          <a:prstGeom prst="rect">
            <a:avLst/>
          </a:prstGeom>
          <a:solidFill>
            <a:srgbClr val="2F7D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19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App.vue (~1700行单文件)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49424"/>
            <a:ext cx="54864" cy="320040"/>
          </a:xfrm>
          <a:prstGeom prst="rect">
            <a:avLst/>
          </a:prstGeom>
          <a:solidFill>
            <a:srgbClr val="2F7D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49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api.ts (axios封装)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79776"/>
            <a:ext cx="54864" cy="320040"/>
          </a:xfrm>
          <a:prstGeom prst="rect">
            <a:avLst/>
          </a:prstGeom>
          <a:solidFill>
            <a:srgbClr val="2F7D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urlUtils.ts (跨域处理)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54864" cy="320040"/>
          </a:xfrm>
          <a:prstGeom prst="rect">
            <a:avLst/>
          </a:prstGeom>
          <a:solidFill>
            <a:srgbClr val="2F7DF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Vite dev: localhost:5181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4864" cy="320040"/>
          </a:xfrm>
          <a:prstGeom prst="rect">
            <a:avLst/>
          </a:prstGeom>
          <a:solidFill>
            <a:srgbClr val="2F7D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localStorage 持久化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123444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0D2B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后端 Spring Boot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71907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端口 3007 REST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249424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Controller → Service → Tools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79776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7797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H2 文件数据库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310128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310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JSON 文件存储 (会话/设置)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840480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SSE 日志流广播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86200" y="182880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1828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HTTP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Electron 启动后端 JAR → 加载前端 dist → 浏览器窗口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后端 Controller 层（7个）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ChatController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MiniMax 对话，自动检测图片生成意图，提取媒体 URL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651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2F7D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777240"/>
            <a:ext cx="64008" cy="1097280"/>
          </a:xfrm>
          <a:prstGeom prst="rect">
            <a:avLst/>
          </a:prstGeom>
          <a:solidFill>
            <a:srgbClr val="2F7DF6"/>
          </a:solidFill>
          <a:ln w="12700">
            <a:solidFill>
              <a:srgbClr val="2F7D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F6"/>
                </a:solidFill>
              </a:rPr>
              <a:t>DeepSeekChatController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DeepSeek 多轮对话，支持 SSE 流式响应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51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2F7D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777240"/>
            <a:ext cx="64008" cy="1097280"/>
          </a:xfrm>
          <a:prstGeom prst="rect">
            <a:avLst/>
          </a:prstGeom>
          <a:solidFill>
            <a:srgbClr val="2F7DF6"/>
          </a:solidFill>
          <a:ln w="12700">
            <a:solidFill>
              <a:srgbClr val="2F7D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F6"/>
                </a:solidFill>
              </a:rPr>
              <a:t>DeepSeekAccountController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余额查询 + 本地 token 用量统计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57400"/>
            <a:ext cx="2651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574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ImageController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图片生成，历史管理，文件读取（含路径安全校验）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057400"/>
            <a:ext cx="2651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05740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TtsController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TTS 预览 / 完整生成，支持 8k/16k/32k 采样率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057400"/>
            <a:ext cx="2651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057400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SettingsController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AI Key/模型配置读写，动态获取模型列表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337560"/>
            <a:ext cx="26517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33756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SystemController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健康检查，日志 SSE 广播，历史查询，清空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⚠  ChatController 和 ImageTools/TtsTools 存在重复逻辑，ImageTools/TtsTools 声明了 Spring AI Function 但未被实际使用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Service 层（3个核心）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74320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2286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AiSettingsService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data/ai-settings.json 读写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Key 读取优先级：JSON &gt; 环境变量 &gt; yml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mask() 脱敏：sk-abc1...xyz9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deepseekModels() 动态获取模型列表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777240"/>
            <a:ext cx="274320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777240"/>
            <a:ext cx="6400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868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HistoryService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image-history.json / tts-history.json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append 时自动 trim 至 200 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157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mergeImageFiles() 启动合并本地文件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⚠ 异常全部静默吞掉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777240"/>
            <a:ext cx="274320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F7D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777240"/>
            <a:ext cx="64008" cy="2286000"/>
          </a:xfrm>
          <a:prstGeom prst="rect">
            <a:avLst/>
          </a:prstGeom>
          <a:solidFill>
            <a:srgbClr val="2F7DF6"/>
          </a:solidFill>
          <a:ln w="12700">
            <a:solidFill>
              <a:srgbClr val="2F7D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868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F6"/>
                </a:solidFill>
              </a:rPr>
              <a:t>DeepSeekUsageService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内存 AtomicLong 累计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请求数 / prompt_tokens / completion_tokens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157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重启后清零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前端 /api/deepseek/account/usage 展示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841248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46120"/>
            <a:ext cx="64008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37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LogAppenderConfig + LogStreamService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73075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自定义 Logback Appender：每条日志写入 LinkedBlockingQueue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LogStreamService：SSE 广播给所有 /api/system/logs 连接客户端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33425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历史日志：LinkedList 上限 1000 条，支持分页查询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63600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前端 EventSource 实时接收 → loadLogEntries() 刷新列表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API 端点一览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132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方法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路径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26280" y="71323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05840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005840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/api/system/health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005840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健康检查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271016"/>
            <a:ext cx="841248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271016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1271016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/api/system/logs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271016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SSE 实时日志流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536192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536192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153619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/api/system/logs/history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1536192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历史日志查询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801368"/>
            <a:ext cx="841248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801368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DELETE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1801368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/api/system/logs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1801368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清空日志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066544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066544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2066544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/api/settings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2066544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获取 AI 设置（Key 是否配置）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331720"/>
            <a:ext cx="841248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331720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" y="2331720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/api/settings/{provider}/models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2331720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可用模型列表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596896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596896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" y="2596896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/api/settings/{provider}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26280" y="2596896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更新 Key / 模型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862072"/>
            <a:ext cx="841248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862072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1560" y="286207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/api/chat/ask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26280" y="2862072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MiniMax 对话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127248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127248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" y="3127248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/api/deepseek/chat/ask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26280" y="3127248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DeepSeek 多轮对话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392424"/>
            <a:ext cx="841248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392424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" y="3392424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/api/deepseek/account/balance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26280" y="3392424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DeepSeek 余额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657600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657600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" y="3657600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/api/images/generate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26280" y="3657600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MiniMax 图片生成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922776"/>
            <a:ext cx="841248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3922776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51560" y="3922776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/api/images/history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26280" y="3922776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图片历史列表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4187952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187952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POST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51560" y="418795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/api/tts/tts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26280" y="4187952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TTS 完整生成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453128"/>
            <a:ext cx="8412480" cy="2651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4453128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POST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51560" y="4453128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/api/tts/preview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26280" y="4453128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TTS 预览（≤120字）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4718304"/>
            <a:ext cx="8412480" cy="26517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4718304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GET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51560" y="4718304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/api/tts/voices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526280" y="4718304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可用音色列表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共 24 个端点，详见 ARCHITECTURE.md 完整列表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前端架构（App.vue 单文件）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2F7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2194560"/>
          </a:xfrm>
          <a:prstGeom prst="rect">
            <a:avLst/>
          </a:prstGeom>
          <a:solidFill>
            <a:srgbClr val="2F7DF6"/>
          </a:solidFill>
          <a:ln w="12700">
            <a:solidFill>
              <a:srgbClr val="2F7D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F6"/>
                </a:solidFill>
              </a:rPr>
              <a:t>状态管理（ref / computed）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activeProvider: minimax | deepseek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activeView: home | chat | speech | logs | ...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chatSessions[] (localStorage 持久化)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taskQueue[] / notifications[] / favorites[]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imageHistories[] / ttsHistories[]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promptTemplates[] / logEntries[]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420624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777240"/>
            <a:ext cx="64008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50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16 个视图（activeView 切换）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home / chat / speech / sessions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imageHistory / ttsHistory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tasks / notifications / favorites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prompts / assets / diagnostics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apiStatus / logs / settings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841248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54680"/>
            <a:ext cx="64008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18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CSS 变量主题切换（--provider-accent / --provider-soft / --provider-border）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47872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MiniMax → rgba(239,68,68,...)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547872"/>
            <a:ext cx="54864" cy="365760"/>
          </a:xfrm>
          <a:prstGeom prst="rect">
            <a:avLst/>
          </a:prstGeom>
          <a:solidFill>
            <a:srgbClr val="2F7DF6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DeepSeek → rgba(47,125,246,...)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547872"/>
            <a:ext cx="54864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Home → rgba(56,189,248,...)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关键实现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65760" y="45537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图片检测：中文关键词（"生成"/"画"/"图片"）触发 ImageController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媒体提取：正则从对话文本中提取 /api/images/files/xxx 和 /api/tts/audio/xxx URL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956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SSE 日志：onMounted 建立 EventSource，onerror 无自动重连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数据存储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2560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~/.weizhi-agent/storage/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ai-settings.json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image-history.json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tts-history.json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generated_images/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generated_audio/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420624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77724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50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H2 文件数据库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1887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weizhi_agent.mv.db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实际使用量：几乎不用（H2 主要用于日志框架集成）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965960"/>
            <a:ext cx="420624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96596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039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JSON vs 数据库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35915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会话、设置、历史 → JSON 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（日志框架用 H2）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优点：无需额外部署，直接读写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缺点：无事务、无查询能力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044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93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存储路径配置优先级（从高到低）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950208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502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9502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命令行参数  --storage.image-dir=/path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187952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18795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4187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环境变量    STORAGE_IMAGE_DIR=/path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4256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" y="44256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.env 文件    （Dotenv 加载到 System Properties）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663440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94A3B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6634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" y="4663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application.yml defaults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关键设计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2062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路径安全防护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isPathSafe() 规范化路径 + 前缀校验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ImageController.getImage() / TtsController.getAudio() 均有调用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12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防止 ../ 穿透到存储目录之外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777240"/>
            <a:ext cx="64008" cy="1920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Key 脱敏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AiSettingsService.mask() 只显示前6+后4位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前端 Settings 卡片显示 mask 后的 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112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实际调用时用完整 Key（后端 Service 层）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2062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80360"/>
            <a:ext cx="64008" cy="1920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SSE 日志流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LinkedBlockingQueue 作为日志总线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764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LogAppender → Queue → SSE 推送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15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前端 EventSource 实时刷新日志列表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2062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88036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Electron 进程管理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337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启动前 kill 旧端口进程（Win: netstat+taskkill, Mac: lsof）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7764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后端 JAR 启动后轮询 /api/health，200 后显示窗口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215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• before-quit 时主动杀死 Java 子进程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 已知问题与改进建议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50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代码质量问题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ChatController 职责过重（对话+图片检测+媒体提取全在一起）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ImageTools/TtsTools 声明了 Spring AI Function 但未被使用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ChatController 直接用 OkHttp，绕过了 Spring AI ChatClient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HistoryService 异常全部静默吞掉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7510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deepseekModels() 每次打开设置都重新请求，无缓存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2F7D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64008" cy="1280160"/>
          </a:xfrm>
          <a:prstGeom prst="rect">
            <a:avLst/>
          </a:prstGeom>
          <a:solidFill>
            <a:srgbClr val="2F7DF6"/>
          </a:solidFill>
          <a:ln w="12700">
            <a:solidFill>
              <a:srgbClr val="2F7D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677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F6"/>
                </a:solidFill>
              </a:rPr>
              <a:t>前端问题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5877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App.vue 1700 行单文件，建议按功能拆分为独立组件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localStorage JSON.parse 异常全部静默忽略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9900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EventSource onerror 无自动重连机制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1188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85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配置问题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0050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misc.xml 中 JDK 版本写死（openjdk-ea-27 不存在）→ 已修复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.idea/misc.xml 应加入 .gitignore，避免其他机器报错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074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pom.xml 使用 Spring Milestone 仓库，生产环境建议换稳定版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320040" cy="2286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71600"/>
            <a:ext cx="137160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WEIZHI AGENT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4114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→ Electron + Spring Boot 3 + Vue 3 的轻量级桌面 AI 工作台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→ MiniMax 负责创作（图片+语音），DeepSeek 负责推理问答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→ 本地 JSON 文件持久化 + SSE 实时日志，无外部依赖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→ 核心问题：Spring AI 集成不完整，代码重复较多，有较大重构空间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文档路径：D:\apple\weizhi_agent\ARCHITECTURE.md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Weizhi Agent 架构图解</dc:title>
  <dc:subject>PptxGenJS Presentation</dc:subject>
  <dc:creator>Weizhi Agent</dc:creator>
  <cp:lastModifiedBy>Weizhi Agent</cp:lastModifiedBy>
  <cp:revision>1</cp:revision>
  <dcterms:created xsi:type="dcterms:W3CDTF">2026-05-13T16:09:38Z</dcterms:created>
  <dcterms:modified xsi:type="dcterms:W3CDTF">2026-05-13T16:09:38Z</dcterms:modified>
</cp:coreProperties>
</file>